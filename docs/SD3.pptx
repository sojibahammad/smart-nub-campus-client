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4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0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28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64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5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6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4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5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6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03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9330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80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0837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79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14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3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B9876-205D-4648-B498-0755190FA5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84348E3-10D8-4FC0-B833-DE9C92AC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0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E588-FE41-4C3E-A441-544A13C01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755028"/>
            <a:ext cx="7766936" cy="1646302"/>
          </a:xfrm>
        </p:spPr>
        <p:txBody>
          <a:bodyPr/>
          <a:lstStyle/>
          <a:p>
            <a:pPr algn="l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: Smart NUB Campus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topic : Project overview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5DE0E-DF50-4696-BDFA-84245154D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676570"/>
            <a:ext cx="8201709" cy="2358932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members: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Md.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Sojib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(1343)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Zeanur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Rahaman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Zeon (1652)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Md. Kamal Hossain (1353)</a:t>
            </a:r>
          </a:p>
          <a:p>
            <a:pPr algn="l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620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A8E7-8F34-4B5A-99C8-E89465D0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713" y="833814"/>
            <a:ext cx="5597960" cy="94129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the Project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3519-602E-49B0-9759-8A1E1A020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690" y="2205414"/>
            <a:ext cx="9650007" cy="4105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NUB students were losing time and resources to scattered WhatsApp groups, broken Drive links, and disconnected chat apps — tools never designed for how students actually collaborate. Smart NUB Campus brings resource sharing, AI-powered study help, and student discussions into one verified platform, so finding notes or a study partner takes seconds, not days.</a:t>
            </a:r>
          </a:p>
        </p:txBody>
      </p:sp>
    </p:spTree>
    <p:extLst>
      <p:ext uri="{BB962C8B-B14F-4D97-AF65-F5344CB8AC3E}">
        <p14:creationId xmlns:p14="http://schemas.microsoft.com/office/powerpoint/2010/main" val="250244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05DD1-C818-4EC2-9636-9131E130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953" y="4903695"/>
            <a:ext cx="8596668" cy="13208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personalized "Academic Command Center" where students land after login — quick access to upload resources, ask questions, find study teams, and use the AI assistant, plus a live feed of campus events, top contributors, and recommended resources for their department.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0D87F1-865B-4F2F-80B7-251C97DE1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953" y="83130"/>
            <a:ext cx="9280859" cy="4479905"/>
          </a:xfrm>
        </p:spPr>
      </p:pic>
    </p:spTree>
    <p:extLst>
      <p:ext uri="{BB962C8B-B14F-4D97-AF65-F5344CB8AC3E}">
        <p14:creationId xmlns:p14="http://schemas.microsoft.com/office/powerpoint/2010/main" val="206503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ACC47-68E5-452D-A3ED-ECCAE1FA2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605" y="5152834"/>
            <a:ext cx="8596668" cy="13208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 Page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central library of study materials — notes, books, past papers, and more — organized by category and course, with search, upvotes, and trending picks so students can quickly find or share what they need.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862E5B-089C-4BF4-B572-D7DE87780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04" y="124945"/>
            <a:ext cx="9904507" cy="4742890"/>
          </a:xfrm>
        </p:spPr>
      </p:pic>
    </p:spTree>
    <p:extLst>
      <p:ext uri="{BB962C8B-B14F-4D97-AF65-F5344CB8AC3E}">
        <p14:creationId xmlns:p14="http://schemas.microsoft.com/office/powerpoint/2010/main" val="132006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0852-5957-488C-A5C0-EEA9786E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811" y="5091953"/>
            <a:ext cx="8596668" cy="13208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page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space for students to find or start project teams — browse open requests by skill, difficulty, and category, then apply directly or post your own request to build the right team.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E9E13E-8857-496E-B92A-F971CAC10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811" y="71157"/>
            <a:ext cx="9738422" cy="4733925"/>
          </a:xfrm>
        </p:spPr>
      </p:pic>
    </p:spTree>
    <p:extLst>
      <p:ext uri="{BB962C8B-B14F-4D97-AF65-F5344CB8AC3E}">
        <p14:creationId xmlns:p14="http://schemas.microsoft.com/office/powerpoint/2010/main" val="898294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17FF-DAE9-4272-875B-F0894BF36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279" y="5277225"/>
            <a:ext cx="8596668" cy="13208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Network Page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students discover and connect with peers — filter by department, semester, and skills to find the right classmates, track connection requests, and see who's active on campus.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D691B37-DADF-4013-932C-E263F3A13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65" y="89553"/>
            <a:ext cx="9409918" cy="5038259"/>
          </a:xfrm>
        </p:spPr>
      </p:pic>
    </p:spTree>
    <p:extLst>
      <p:ext uri="{BB962C8B-B14F-4D97-AF65-F5344CB8AC3E}">
        <p14:creationId xmlns:p14="http://schemas.microsoft.com/office/powerpoint/2010/main" val="2100498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FF6E-B689-4227-B6D3-542F5647C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599" y="5450542"/>
            <a:ext cx="8596668" cy="13208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Messages Page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built-in real-time chat where students message classmates and teammates directly — supporting one-on-one and group conversations, all in one place instead of scattered across outside apps.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60CCDFF-A558-416A-A6EC-7760EBD0D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882" y="0"/>
            <a:ext cx="9841730" cy="5130801"/>
          </a:xfrm>
        </p:spPr>
      </p:pic>
    </p:spTree>
    <p:extLst>
      <p:ext uri="{BB962C8B-B14F-4D97-AF65-F5344CB8AC3E}">
        <p14:creationId xmlns:p14="http://schemas.microsoft.com/office/powerpoint/2010/main" val="424477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D7AC-EAD8-4A1D-9B01-AB68299EE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871" y="5387789"/>
            <a:ext cx="8596668" cy="13208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Board Page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dedicated space where NUB alumni and admins post job and internship opportunities — students can search and filter by type, department, and location to find the right career openings.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A66D749-EDEE-4EF0-9CF5-54FC31A8B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871" y="69196"/>
            <a:ext cx="9742257" cy="5112403"/>
          </a:xfrm>
        </p:spPr>
      </p:pic>
    </p:spTree>
    <p:extLst>
      <p:ext uri="{BB962C8B-B14F-4D97-AF65-F5344CB8AC3E}">
        <p14:creationId xmlns:p14="http://schemas.microsoft.com/office/powerpoint/2010/main" val="19863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26AE-B47C-47AC-8219-FA1A1670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965" y="5316071"/>
            <a:ext cx="8596668" cy="13208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Assistant Page: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24/7 study companion that explains concepts, summarizes notes, generates quizzes and flashcards, and helps debug code — with quick tools and popular prompts to get started instantly.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36368F-5459-4270-92E7-99547DFD8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353" y="62940"/>
            <a:ext cx="9627526" cy="5190378"/>
          </a:xfrm>
        </p:spPr>
      </p:pic>
    </p:spTree>
    <p:extLst>
      <p:ext uri="{BB962C8B-B14F-4D97-AF65-F5344CB8AC3E}">
        <p14:creationId xmlns:p14="http://schemas.microsoft.com/office/powerpoint/2010/main" val="2420447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6672-B69E-4BA6-A2B3-14BDCA159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176" y="5127812"/>
            <a:ext cx="8596668" cy="13208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Discussions Page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open Q&amp;A space where students start conversations, ask academic or career questions, and get answers from peers — organized by category and tags, with contributor points to encourage sharing.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4E8A80A-E5F7-4BE9-A9FE-B519A50C37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095" y="62753"/>
            <a:ext cx="9683698" cy="5002306"/>
          </a:xfrm>
        </p:spPr>
      </p:pic>
    </p:spTree>
    <p:extLst>
      <p:ext uri="{BB962C8B-B14F-4D97-AF65-F5344CB8AC3E}">
        <p14:creationId xmlns:p14="http://schemas.microsoft.com/office/powerpoint/2010/main" val="3734085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52C0-29C0-473A-9B60-564F48D23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985" y="5136776"/>
            <a:ext cx="8596668" cy="13208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Mentorships Page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students with NUB alumni for free, 1-on-1 career guidance — goal-based matching by topic and department, so students get advice from people who've walked the same path.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E06EC0-6ABD-411D-A8F2-05CF13661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985" y="107482"/>
            <a:ext cx="9392030" cy="4742423"/>
          </a:xfrm>
        </p:spPr>
      </p:pic>
    </p:spTree>
    <p:extLst>
      <p:ext uri="{BB962C8B-B14F-4D97-AF65-F5344CB8AC3E}">
        <p14:creationId xmlns:p14="http://schemas.microsoft.com/office/powerpoint/2010/main" val="914686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61C85-43F4-4589-8F68-42913E2B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596" y="2339788"/>
            <a:ext cx="6906807" cy="1320800"/>
          </a:xfrm>
        </p:spPr>
        <p:txBody>
          <a:bodyPr>
            <a:noAutofit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444802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1307</TotalTime>
  <Words>462</Words>
  <Application>Microsoft Office PowerPoint</Application>
  <PresentationFormat>Widescreen</PresentationFormat>
  <Paragraphs>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Trebuchet MS</vt:lpstr>
      <vt:lpstr>Wingdings 3</vt:lpstr>
      <vt:lpstr>Facet</vt:lpstr>
      <vt:lpstr>Project name : Smart NUB Campus Presentation topic : Project overview  </vt:lpstr>
      <vt:lpstr>Introduction of the Project </vt:lpstr>
      <vt:lpstr>Home Page : A personalized "Academic Command Center" where students land after login — quick access to upload resources, ask questions, find study teams, and use the AI assistant, plus a live feed of campus events, top contributors, and recommended resources for their department.</vt:lpstr>
      <vt:lpstr>Resources Page : A central library of study materials — notes, books, past papers, and more — organized by category and course, with search, upvotes, and trending picks so students can quickly find or share what they need.</vt:lpstr>
      <vt:lpstr>Team page : A space for students to find or start project teams — browse open requests by skill, difficulty, and category, then apply directly or post your own request to build the right team.</vt:lpstr>
      <vt:lpstr>My Network Page : Where students discover and connect with peers — filter by department, semester, and skills to find the right classmates, track connection requests, and see who's active on campus.</vt:lpstr>
      <vt:lpstr>Messages Page : A built-in real-time chat where students message classmates and teammates directly — supporting one-on-one and group conversations, all in one place instead of scattered across outside apps.</vt:lpstr>
      <vt:lpstr>Job Board Page : A dedicated space where NUB alumni and admins post job and internship opportunities — students can search and filter by type, department, and location to find the right career openings.</vt:lpstr>
      <vt:lpstr>AI Assistant Page: A 24/7 study companion that explains concepts, summarizes notes, generates quizzes and flashcards, and helps debug code — with quick tools and popular prompts to get started instantly.</vt:lpstr>
      <vt:lpstr>Discussions Page : An open Q&amp;A space where students start conversations, ask academic or career questions, and get answers from peers — organized by category and tags, with contributor points to encourage sharing.</vt:lpstr>
      <vt:lpstr>Mentorships Page : Connects students with NUB alumni for free, 1-on-1 career guidance — goal-based matching by topic and department, so students get advice from people who've walked the same path.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 : Smart NUB Campus Presentation topic : Project overview</dc:title>
  <dc:creator>Sajib Ahammad</dc:creator>
  <cp:lastModifiedBy>Sajib Ahammad</cp:lastModifiedBy>
  <cp:revision>2</cp:revision>
  <dcterms:created xsi:type="dcterms:W3CDTF">2026-08-17T06:49:02Z</dcterms:created>
  <dcterms:modified xsi:type="dcterms:W3CDTF">2026-08-18T04:36:55Z</dcterms:modified>
</cp:coreProperties>
</file>